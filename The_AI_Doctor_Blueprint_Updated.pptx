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The AI Doctor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AI-Powered Healthcare Assistant</a:t>
            </a:r>
          </a:p>
          <a:p>
            <a:pPr>
              <a:defRPr sz="2200"/>
            </a:pPr>
            <a:r>
              <a:rPr sz="2200">
                <a:latin typeface="Calibri"/>
              </a:rPr>
              <a:t>Presented by: Jemi Jose</a:t>
            </a:r>
          </a:p>
          <a:p>
            <a:pPr>
              <a:defRPr sz="2200"/>
            </a:pPr>
            <a:r>
              <a:rPr sz="2200">
                <a:latin typeface="Calibri"/>
              </a:rPr>
              <a:t>Course: Capstone Project</a:t>
            </a:r>
          </a:p>
          <a:p>
            <a:pPr>
              <a:defRPr sz="2200"/>
            </a:pPr>
            <a:r>
              <a:rPr sz="2200">
                <a:latin typeface="Calibri"/>
              </a:rPr>
              <a:t>Instructor(s):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Problem Statement</a:t>
            </a:r>
          </a:p>
          <a:p>
            <a:pPr>
              <a:defRPr sz="2200"/>
            </a:pPr>
            <a:r>
              <a:rPr sz="2200">
                <a:latin typeface="Calibri"/>
              </a:rPr>
              <a:t>Literature Gap</a:t>
            </a:r>
          </a:p>
          <a:p>
            <a:pPr>
              <a:defRPr sz="2200"/>
            </a:pPr>
            <a:r>
              <a:rPr sz="2200">
                <a:latin typeface="Calibri"/>
              </a:rPr>
              <a:t>System Contribution</a:t>
            </a:r>
          </a:p>
          <a:p>
            <a:pPr>
              <a:defRPr sz="2200"/>
            </a:pPr>
            <a:r>
              <a:rPr sz="2200">
                <a:latin typeface="Calibri"/>
              </a:rPr>
              <a:t>Architecture Overview</a:t>
            </a:r>
          </a:p>
          <a:p>
            <a:pPr>
              <a:defRPr sz="2200"/>
            </a:pPr>
            <a:r>
              <a:rPr sz="2200">
                <a:latin typeface="Calibri"/>
              </a:rPr>
              <a:t>Algorithms &amp; Models</a:t>
            </a:r>
          </a:p>
          <a:p>
            <a:pPr>
              <a:defRPr sz="2200"/>
            </a:pPr>
            <a:r>
              <a:rPr sz="2200">
                <a:latin typeface="Calibri"/>
              </a:rPr>
              <a:t>Workflow Demo</a:t>
            </a:r>
          </a:p>
          <a:p>
            <a:pPr>
              <a:defRPr sz="2200"/>
            </a:pPr>
            <a:r>
              <a:rPr sz="2200">
                <a:latin typeface="Calibri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Problem &amp; Literature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Delayed Healthcare Access</a:t>
            </a:r>
          </a:p>
          <a:p>
            <a:pPr>
              <a:defRPr sz="2200"/>
            </a:pPr>
            <a:r>
              <a:rPr sz="2200">
                <a:latin typeface="Calibri"/>
              </a:rPr>
              <a:t>Limited Remote Diagnosis</a:t>
            </a:r>
          </a:p>
          <a:p>
            <a:pPr>
              <a:defRPr sz="2200"/>
            </a:pPr>
            <a:r>
              <a:rPr sz="2200">
                <a:latin typeface="Calibri"/>
              </a:rPr>
              <a:t>High Consultation Costs</a:t>
            </a:r>
          </a:p>
          <a:p>
            <a:pPr>
              <a:defRPr sz="2200"/>
            </a:pPr>
            <a:r>
              <a:rPr sz="2200">
                <a:latin typeface="Calibri"/>
              </a:rPr>
              <a:t>Lack of AI Integration</a:t>
            </a:r>
          </a:p>
          <a:p>
            <a:pPr>
              <a:defRPr sz="2200"/>
            </a:pPr>
            <a:r>
              <a:rPr sz="2200">
                <a:latin typeface="Calibri"/>
              </a:rPr>
              <a:t>Need for Faster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Project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AI-Based Symptom Analysis</a:t>
            </a:r>
          </a:p>
          <a:p>
            <a:pPr>
              <a:defRPr sz="2200"/>
            </a:pPr>
            <a:r>
              <a:rPr sz="2200">
                <a:latin typeface="Calibri"/>
              </a:rPr>
              <a:t>Real-Time Recommendations</a:t>
            </a:r>
          </a:p>
          <a:p>
            <a:pPr>
              <a:defRPr sz="2200"/>
            </a:pPr>
            <a:r>
              <a:rPr sz="2200">
                <a:latin typeface="Calibri"/>
              </a:rPr>
              <a:t>User-Friendly Dashboard</a:t>
            </a:r>
          </a:p>
          <a:p>
            <a:pPr>
              <a:defRPr sz="2200"/>
            </a:pPr>
            <a:r>
              <a:rPr sz="2200">
                <a:latin typeface="Calibri"/>
              </a:rPr>
              <a:t>Secure Patient Workflow</a:t>
            </a:r>
          </a:p>
          <a:p>
            <a:pPr>
              <a:defRPr sz="2200"/>
            </a:pPr>
            <a:r>
              <a:rPr sz="2200">
                <a:latin typeface="Calibri"/>
              </a:rPr>
              <a:t>Scalable Healthcare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Frontend: React / Web UI</a:t>
            </a:r>
          </a:p>
          <a:p>
            <a:pPr>
              <a:defRPr sz="2200"/>
            </a:pPr>
            <a:r>
              <a:rPr sz="2200">
                <a:latin typeface="Calibri"/>
              </a:rPr>
              <a:t>Backend: FastAPI / Node.js</a:t>
            </a:r>
          </a:p>
          <a:p>
            <a:pPr>
              <a:defRPr sz="2200"/>
            </a:pPr>
            <a:r>
              <a:rPr sz="2200">
                <a:latin typeface="Calibri"/>
              </a:rPr>
              <a:t>AI Engine: ML Models</a:t>
            </a:r>
          </a:p>
          <a:p>
            <a:pPr>
              <a:defRPr sz="2200"/>
            </a:pPr>
            <a:r>
              <a:rPr sz="2200">
                <a:latin typeface="Calibri"/>
              </a:rPr>
              <a:t>Database: MongoDB / SQL</a:t>
            </a:r>
          </a:p>
          <a:p>
            <a:pPr>
              <a:defRPr sz="2200"/>
            </a:pPr>
            <a:r>
              <a:rPr sz="2200">
                <a:latin typeface="Calibri"/>
              </a:rPr>
              <a:t>API Communication Layer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rcRect l="4447" t="35118" r="4288" b="35118"/>
          <a:stretch>
            <a:fillRect/>
          </a:stretch>
        </p:blipFill>
        <p:spPr>
          <a:xfrm>
            <a:off x="1" y="4253022"/>
            <a:ext cx="9143204" cy="1637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Technical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User Inputs Symptoms</a:t>
            </a:r>
          </a:p>
          <a:p>
            <a:pPr>
              <a:defRPr sz="2200"/>
            </a:pPr>
            <a:r>
              <a:rPr sz="2200">
                <a:latin typeface="Calibri"/>
              </a:rPr>
              <a:t>Data Sent to Backend</a:t>
            </a:r>
          </a:p>
          <a:p>
            <a:pPr>
              <a:defRPr sz="2200"/>
            </a:pPr>
            <a:r>
              <a:rPr sz="2200">
                <a:latin typeface="Calibri"/>
              </a:rPr>
              <a:t>ML Model Processes Input</a:t>
            </a:r>
          </a:p>
          <a:p>
            <a:pPr>
              <a:defRPr sz="2200"/>
            </a:pPr>
            <a:r>
              <a:rPr sz="2200">
                <a:latin typeface="Calibri"/>
              </a:rPr>
              <a:t>Prediction Generated</a:t>
            </a:r>
          </a:p>
          <a:p>
            <a:pPr>
              <a:defRPr sz="2200"/>
            </a:pPr>
            <a:r>
              <a:rPr sz="2200">
                <a:latin typeface="Calibri"/>
              </a:rPr>
              <a:t>Result Displayed to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Algorithms &amp;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Natural Language Processing</a:t>
            </a:r>
          </a:p>
          <a:p>
            <a:pPr>
              <a:defRPr sz="2200"/>
            </a:pPr>
            <a:r>
              <a:rPr sz="2200">
                <a:latin typeface="Calibri"/>
              </a:rPr>
              <a:t>CNN / Classification Models</a:t>
            </a:r>
          </a:p>
          <a:p>
            <a:pPr>
              <a:defRPr sz="2200"/>
            </a:pPr>
            <a:r>
              <a:rPr sz="2200">
                <a:latin typeface="Calibri"/>
              </a:rPr>
              <a:t>Feature Extraction</a:t>
            </a:r>
          </a:p>
          <a:p>
            <a:pPr>
              <a:defRPr sz="2200"/>
            </a:pPr>
            <a:r>
              <a:rPr sz="2200">
                <a:latin typeface="Calibri"/>
              </a:rPr>
              <a:t>Confidence Score Equation</a:t>
            </a:r>
          </a:p>
          <a:p>
            <a:pPr>
              <a:defRPr sz="2200"/>
            </a:pPr>
            <a:r>
              <a:rPr sz="2200">
                <a:latin typeface="Calibri"/>
              </a:rPr>
              <a:t>Prediction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Frontend &amp; Backend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Technical User Workflow</a:t>
            </a:r>
          </a:p>
          <a:p>
            <a:pPr>
              <a:defRPr sz="2200"/>
            </a:pPr>
            <a:r>
              <a:rPr sz="2200">
                <a:latin typeface="Calibri"/>
              </a:rPr>
              <a:t>General User Interface</a:t>
            </a:r>
          </a:p>
          <a:p>
            <a:pPr>
              <a:defRPr sz="2200"/>
            </a:pPr>
            <a:r>
              <a:rPr sz="2200">
                <a:latin typeface="Calibri"/>
              </a:rPr>
              <a:t>Backend API Monitoring</a:t>
            </a:r>
          </a:p>
          <a:p>
            <a:pPr>
              <a:defRPr sz="2200"/>
            </a:pPr>
            <a:r>
              <a:rPr sz="2200">
                <a:latin typeface="Calibri"/>
              </a:rPr>
              <a:t>Database Connectivity</a:t>
            </a:r>
          </a:p>
          <a:p>
            <a:pPr>
              <a:defRPr sz="2200"/>
            </a:pPr>
            <a:r>
              <a:rPr sz="2200">
                <a:latin typeface="Calibri"/>
              </a:rPr>
              <a:t>Prediction Output Display</a:t>
            </a:r>
          </a:p>
        </p:txBody>
      </p:sp>
      <p:pic>
        <p:nvPicPr>
          <p:cNvPr id="4" name="Picture 3" descr="demo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19"/>
            <a:ext cx="4165836" cy="3064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Results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Fast Medical Insights</a:t>
            </a:r>
          </a:p>
          <a:p>
            <a:pPr>
              <a:defRPr sz="2200"/>
            </a:pPr>
            <a:r>
              <a:rPr sz="2200">
                <a:latin typeface="Calibri"/>
              </a:rPr>
              <a:t>Improved Accessibility</a:t>
            </a:r>
          </a:p>
          <a:p>
            <a:pPr>
              <a:defRPr sz="2200"/>
            </a:pPr>
            <a:r>
              <a:rPr sz="2200">
                <a:latin typeface="Calibri"/>
              </a:rPr>
              <a:t>Reduced Response Time</a:t>
            </a:r>
          </a:p>
          <a:p>
            <a:pPr>
              <a:defRPr sz="2200"/>
            </a:pPr>
            <a:r>
              <a:rPr sz="2200">
                <a:latin typeface="Calibri"/>
              </a:rPr>
              <a:t>Scalable Architecture</a:t>
            </a:r>
          </a:p>
          <a:p>
            <a:pPr>
              <a:defRPr sz="2200"/>
            </a:pPr>
            <a:r>
              <a:rPr sz="2200">
                <a:latin typeface="Calibri"/>
              </a:rPr>
              <a:t>Enhanced User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latin typeface="Calibri"/>
              </a:rPr>
              <a:t>AI Improves Healthcare</a:t>
            </a:r>
          </a:p>
          <a:p>
            <a:pPr>
              <a:defRPr sz="2200"/>
            </a:pPr>
            <a:r>
              <a:rPr sz="2200">
                <a:latin typeface="Calibri"/>
              </a:rPr>
              <a:t>Real-Time Medical Support</a:t>
            </a:r>
          </a:p>
          <a:p>
            <a:pPr>
              <a:defRPr sz="2200"/>
            </a:pPr>
            <a:r>
              <a:rPr sz="2200">
                <a:latin typeface="Calibri"/>
              </a:rPr>
              <a:t>Efficient Decision Making</a:t>
            </a:r>
          </a:p>
          <a:p>
            <a:pPr>
              <a:defRPr sz="2200"/>
            </a:pPr>
            <a:r>
              <a:rPr sz="2200">
                <a:latin typeface="Calibri"/>
              </a:rPr>
              <a:t>Secure &amp; Scalable System</a:t>
            </a:r>
          </a:p>
          <a:p>
            <a:pPr>
              <a:defRPr sz="2200"/>
            </a:pPr>
            <a:r>
              <a:rPr sz="2200">
                <a:latin typeface="Calibri"/>
              </a:rPr>
              <a:t>Future AI Healthcare Impact</a:t>
            </a:r>
          </a:p>
        </p:txBody>
      </p:sp>
      <p:pic>
        <p:nvPicPr>
          <p:cNvPr id="4" name="Picture 3" descr="demo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3474720" cy="1520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8667</TotalTime>
  <Words>190</Words>
  <Application>Microsoft Macintosh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The AI Doctor Blueprint</vt:lpstr>
      <vt:lpstr>Roadmap</vt:lpstr>
      <vt:lpstr>Problem &amp; Literature Gap</vt:lpstr>
      <vt:lpstr>Project Contribution</vt:lpstr>
      <vt:lpstr>System Architecture</vt:lpstr>
      <vt:lpstr>Technical Workflow</vt:lpstr>
      <vt:lpstr>Algorithms &amp; Equations</vt:lpstr>
      <vt:lpstr>Frontend &amp; Backend Demo</vt:lpstr>
      <vt:lpstr>Results &amp; Advantages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Jemi Jose</cp:lastModifiedBy>
  <cp:revision>2</cp:revision>
  <dcterms:created xsi:type="dcterms:W3CDTF">2013-01-27T09:14:16Z</dcterms:created>
  <dcterms:modified xsi:type="dcterms:W3CDTF">2026-05-14T05:18:16Z</dcterms:modified>
  <cp:category/>
</cp:coreProperties>
</file>